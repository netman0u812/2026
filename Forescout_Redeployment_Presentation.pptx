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Forescout Platform &amp; Supporting System Tie‑In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Intune: Device compliance, enrollment, OS status</a:t>
            </a:r>
          </a:p>
          <a:p>
            <a:r>
              <a:t>• Jamf Pro: macOS enrollment, versioning, security controls</a:t>
            </a:r>
          </a:p>
          <a:p>
            <a:r>
              <a:t>• CrowdStrike: Sensor health, version, threat status</a:t>
            </a:r>
          </a:p>
          <a:p>
            <a:r>
              <a:t>• Qualys: Vulnerability posture, last scan data</a:t>
            </a:r>
          </a:p>
          <a:p>
            <a:r>
              <a:t>• PKI/Certificates: Machine certificate validation (EAP‑TLS)</a:t>
            </a:r>
          </a:p>
          <a:p>
            <a:r>
              <a:t>• Network Infrastructure: Switch/Wi‑Fi integration for 802.1X and VLAN steering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Forescout Redeployment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Integrations (Weeks 1–4)</a:t>
            </a:r>
          </a:p>
          <a:p>
            <a:r>
              <a:t>• Intune, Jamf, CrowdStrike, Qualys, PKI validation</a:t>
            </a:r>
          </a:p>
          <a:p/>
          <a:p>
            <a:r>
              <a:t>Phase 2 – POC (Weeks 5–6)</a:t>
            </a:r>
          </a:p>
          <a:p>
            <a:r>
              <a:t>• Pilot group onboarding, policy refinement</a:t>
            </a:r>
          </a:p>
          <a:p/>
          <a:p>
            <a:r>
              <a:t>Phase 3 – Implementation (Weeks 7–10)</a:t>
            </a:r>
          </a:p>
          <a:p>
            <a:r>
              <a:t>• Wired/wireless enforcement, remediation flows</a:t>
            </a:r>
          </a:p>
          <a:p/>
          <a:p>
            <a:r>
              <a:t>Phase 4 – Corporate Rollout (Weeks 11–20)</a:t>
            </a:r>
          </a:p>
          <a:p>
            <a:r>
              <a:t>• Enterprise-wide NAC enforcement across sites and VPN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